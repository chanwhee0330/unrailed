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ame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7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맑은 고딕"/>
              </a:rPr>
              <a:t>윈도우 프로그래밍 텀 프로젝트 · 게임 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>
                <a:solidFill>
                  <a:srgbClr val="E2E8F0"/>
                </a:solidFill>
                <a:latin typeface="맑은 고딕"/>
              </a:rPr>
              <a:t>Unrailed! </a:t>
            </a:r>
            <a:r>
              <a:rPr sz="5600" b="1">
                <a:solidFill>
                  <a:srgbClr val="F59E0B"/>
                </a:solidFill>
                <a:latin typeface="맑은 고딕"/>
              </a:rPr>
              <a:t>모작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300" b="1">
                <a:solidFill>
                  <a:srgbClr val="E2E8F0"/>
                </a:solidFill>
                <a:latin typeface="맑은 고딕"/>
              </a:rPr>
              <a:t>멈추지 않는 기차에 폭탄을 실어, 상대 기지를 날려라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3977639"/>
            <a:ext cx="86868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160520"/>
            <a:ext cx="81381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E2E8F0"/>
                </a:solidFill>
                <a:latin typeface="맑은 고딕"/>
              </a:rPr>
              <a:t>자원을 캐서 </a:t>
            </a:r>
            <a:r>
              <a:rPr sz="1700" b="1">
                <a:solidFill>
                  <a:srgbClr val="F59E0B"/>
                </a:solidFill>
                <a:latin typeface="맑은 고딕"/>
              </a:rPr>
              <a:t>선로</a:t>
            </a:r>
            <a:r>
              <a:rPr sz="1700" b="0">
                <a:solidFill>
                  <a:srgbClr val="E2E8F0"/>
                </a:solidFill>
                <a:latin typeface="맑은 고딕"/>
              </a:rPr>
              <a:t>를 깔고, </a:t>
            </a:r>
            <a:r>
              <a:rPr sz="1700" b="1">
                <a:solidFill>
                  <a:srgbClr val="EF4444"/>
                </a:solidFill>
                <a:latin typeface="맑은 고딕"/>
              </a:rPr>
              <a:t>폭탄</a:t>
            </a:r>
            <a:r>
              <a:rPr sz="1700" b="0">
                <a:solidFill>
                  <a:srgbClr val="E2E8F0"/>
                </a:solidFill>
                <a:latin typeface="맑은 고딕"/>
              </a:rPr>
              <a:t>을 실은 기차를 </a:t>
            </a:r>
            <a:r>
              <a:rPr sz="1700" b="1">
                <a:solidFill>
                  <a:srgbClr val="10B981"/>
                </a:solidFill>
                <a:latin typeface="맑은 고딕"/>
              </a:rPr>
              <a:t>상대 기지</a:t>
            </a:r>
            <a:r>
              <a:rPr sz="1700" b="0">
                <a:solidFill>
                  <a:srgbClr val="E2E8F0"/>
                </a:solidFill>
                <a:latin typeface="맑은 고딕"/>
              </a:rPr>
              <a:t>에 먼저 도착시키는 </a:t>
            </a:r>
            <a:r>
              <a:rPr sz="1700" b="1">
                <a:solidFill>
                  <a:srgbClr val="E2E8F0"/>
                </a:solidFill>
                <a:latin typeface="맑은 고딕"/>
              </a:rPr>
              <a:t>실시간 1:1 대전 게임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맑은 고딕"/>
              </a:rPr>
              <a:t>장르: 액션 · 탑뷰 로컬 2인 멀티플레이      |      2023184027 이현렬 · 2023184037 허찬휘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어떤 게임인가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이런 게임입니다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19" y="225856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2185415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맑은 고딕"/>
              </a:rPr>
              <a:t>멈추지 않는 기차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734056"/>
            <a:ext cx="4069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맑은 고딕"/>
              </a:rPr>
              <a:t>계속 전진 — 선로 끊기면 끝장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874519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9672" y="225856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96912" y="2185415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맑은 고딕"/>
              </a:rPr>
              <a:t>자원 → 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6912" y="2734056"/>
            <a:ext cx="4069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맑은 고딕"/>
              </a:rPr>
              <a:t>나무·돌로 레일·장애물·폭탄 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19" y="408736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4014215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맑은 고딕"/>
              </a:rPr>
              <a:t>폭탄 배달 승부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562856"/>
            <a:ext cx="4069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맑은 고딕"/>
              </a:rPr>
              <a:t>폭탄 실은 기차로 상대 기지 폭파 = 승리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3703320"/>
            <a:ext cx="5349240" cy="1600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19672" y="4087368"/>
            <a:ext cx="502920" cy="50292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4014215"/>
            <a:ext cx="4069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2E8F0"/>
                </a:solidFill>
                <a:latin typeface="맑은 고딕"/>
              </a:rPr>
              <a:t>2인 방해 대전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4562856"/>
            <a:ext cx="4069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94A3B8"/>
                </a:solidFill>
                <a:latin typeface="맑은 고딕"/>
              </a:rPr>
              <a:t>장애물로 상대 선로를 방해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577840"/>
            <a:ext cx="10908792" cy="777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687568"/>
            <a:ext cx="104241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맑은 고딕"/>
              </a:rPr>
              <a:t>승리: </a:t>
            </a:r>
            <a:r>
              <a:rPr sz="1500" b="0">
                <a:solidFill>
                  <a:srgbClr val="E2E8F0"/>
                </a:solidFill>
                <a:latin typeface="맑은 고딕"/>
              </a:rPr>
              <a:t>폭탄 기차를 상대 기지에 도착      </a:t>
            </a:r>
            <a:r>
              <a:rPr sz="1500" b="1">
                <a:solidFill>
                  <a:srgbClr val="EF4444"/>
                </a:solidFill>
                <a:latin typeface="맑은 고딕"/>
              </a:rPr>
              <a:t>패배: </a:t>
            </a:r>
            <a:r>
              <a:rPr sz="1500" b="0">
                <a:solidFill>
                  <a:srgbClr val="E2E8F0"/>
                </a:solidFill>
                <a:latin typeface="맑은 고딕"/>
              </a:rPr>
              <a:t>탈선 · 선로 끊김 · 빈손 도착      </a:t>
            </a:r>
            <a:r>
              <a:rPr sz="1300" b="0">
                <a:solidFill>
                  <a:srgbClr val="94A3B8"/>
                </a:solidFill>
                <a:latin typeface="맑은 고딕"/>
              </a:rPr>
              <a:t>( 과열은 잠깐 멈춤 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맑은 고딕"/>
              </a:rPr>
              <a:t>플레이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9E0B"/>
                </a:solidFill>
                <a:latin typeface="맑은 고딕"/>
              </a:rPr>
              <a:t>› </a:t>
            </a:r>
            <a:r>
              <a:rPr sz="3000" b="1">
                <a:solidFill>
                  <a:srgbClr val="E2E8F0"/>
                </a:solidFill>
                <a:latin typeface="맑은 고딕"/>
              </a:rPr>
              <a:t>한 판의 흐름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246888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3042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맑은 고딕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E2E8F0"/>
                </a:solidFill>
                <a:latin typeface="맑은 고딕"/>
              </a:rPr>
              <a:t>채집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94A3B8"/>
                </a:solidFill>
                <a:latin typeface="맑은 고딕"/>
              </a:rPr>
              <a:t>나무·돌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27832" y="2651760"/>
            <a:ext cx="4297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  <a:latin typeface="맑은 고딕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8" y="2011680"/>
            <a:ext cx="246888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23042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맑은 고딕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2743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E2E8F0"/>
                </a:solidFill>
                <a:latin typeface="맑은 고딕"/>
              </a:rPr>
              <a:t>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33375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94A3B8"/>
                </a:solidFill>
                <a:latin typeface="맑은 고딕"/>
              </a:rPr>
              <a:t>레일·폭탄 제작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651760"/>
            <a:ext cx="4297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  <a:latin typeface="맑은 고딕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3096" y="2011680"/>
            <a:ext cx="246888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23042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맑은 고딕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743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E2E8F0"/>
                </a:solidFill>
                <a:latin typeface="맑은 고딕"/>
              </a:rPr>
              <a:t>선로 건설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33375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94A3B8"/>
                </a:solidFill>
                <a:latin typeface="맑은 고딕"/>
              </a:rPr>
              <a:t>상대 기지까지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2651760"/>
            <a:ext cx="42976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59E0B"/>
                </a:solidFill>
                <a:latin typeface="맑은 고딕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6024" y="2011680"/>
            <a:ext cx="2468880" cy="19202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230428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맑은 고딕"/>
              </a:rP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27432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E2E8F0"/>
                </a:solidFill>
                <a:latin typeface="맑은 고딕"/>
              </a:rPr>
              <a:t>폭탄 배달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333756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94A3B8"/>
                </a:solidFill>
                <a:latin typeface="맑은 고딕"/>
              </a:rPr>
              <a:t>기차로 기지 폭파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34840"/>
            <a:ext cx="10908792" cy="1371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05840" y="4681728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46177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맑은 고딕"/>
              </a:rPr>
              <a:t>조작 — 한 키보드로 두 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2120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맑은 고딕"/>
              </a:rPr>
              <a:t>PLAYER 1 (위쪽) </a:t>
            </a:r>
            <a:r>
              <a:rPr sz="1600" b="0">
                <a:solidFill>
                  <a:srgbClr val="E2E8F0"/>
                </a:solidFill>
                <a:latin typeface="맑은 고딕"/>
              </a:rPr>
              <a:t>WASD 이동, Q·R·E, F        </a:t>
            </a:r>
            <a:r>
              <a:rPr sz="1600" b="1">
                <a:solidFill>
                  <a:srgbClr val="3B82F6"/>
                </a:solidFill>
                <a:latin typeface="맑은 고딕"/>
              </a:rPr>
              <a:t>PLAYER 2 (아래쪽) </a:t>
            </a:r>
            <a:r>
              <a:rPr sz="1600" b="0">
                <a:solidFill>
                  <a:srgbClr val="E2E8F0"/>
                </a:solidFill>
                <a:latin typeface="맑은 고딕"/>
              </a:rPr>
              <a:t>방향키 이동, 1·2·3,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맑은 고딕"/>
              </a:rPr>
              <a:t>건설·관리·방해를 동시에 하는 실시간 대전 — 직접 플레이로 보여드리겠습니다.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